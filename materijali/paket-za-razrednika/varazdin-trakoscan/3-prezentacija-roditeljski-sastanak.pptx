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Varaždin &amp; Trakošćan</a:t>
            </a:r>
          </a:p>
          <a:p>
            <a:r>
              <a:rPr sz="1800">
                <a:solidFill>
                  <a:srgbClr val="556070"/>
                </a:solidFill>
              </a:rPr>
              <a:t>Sjeverozapadna Hrvatska · Varaždin, Trakošćan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Barokni Varaždin i Trakošćan iznad jezera – jednodnevni izlet za sve uzraste, uz program prilagođen dobi učenika.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1 dan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Povijest, Biologija, Priroda i društvo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Program</a:t>
            </a:r>
          </a:p>
          <a:p>
            <a:r>
              <a:rPr sz="1800">
                <a:solidFill>
                  <a:srgbClr val="556070"/>
                </a:solidFill>
              </a:rPr>
              <a:t>Varaždin &amp; Trakošćan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07:30  Polazak ispred škole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10:00  Dvorac Trakošćan i šetnja oko jezera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12:30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14:00  Varaždin: Stari grad i barokna jezgra uz vodiča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15:30  Entomološki odjel Gradskog muzeja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16:30  Polazak prema školi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Licencirani turistički vodič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Ulaznice prema programu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