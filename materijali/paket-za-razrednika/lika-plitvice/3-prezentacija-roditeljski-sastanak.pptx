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Lika &amp; Plitvička jezera</a:t>
            </a:r>
          </a:p>
          <a:p>
            <a:r>
              <a:rPr sz="1800">
                <a:solidFill>
                  <a:srgbClr val="556070"/>
                </a:solidFill>
              </a:rPr>
              <a:t>Lika · Plitvice, Rastoke, Memorijalni centar Nikola Tesla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Najstariji hrvatski nacionalni park, mlinovi Rastoka i Teslin rodni kraj u dva dana s jednim noćenjem.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Trajanje: 2 dana / 1 noć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Povezanost s predmetima: Priroda i društvo, Geografija, Fizika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1. dan</a:t>
            </a:r>
          </a:p>
          <a:p>
            <a:r>
              <a:rPr sz="1800">
                <a:solidFill>
                  <a:srgbClr val="556070"/>
                </a:solidFill>
              </a:rPr>
              <a:t>Lika &amp; Plitvička jezera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07:00  Polazak ispred škole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10:00  Slunj: Rastoke i stari mlinovi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12:30 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14:00  Baraćeve špilje uz vodiča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18:00  Smještaj, večera i noćni pogled na zvijezde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2. dan</a:t>
            </a:r>
          </a:p>
          <a:p>
            <a:r>
              <a:rPr sz="1800">
                <a:solidFill>
                  <a:srgbClr val="556070"/>
                </a:solidFill>
              </a:rPr>
              <a:t>Lika &amp; Plitvička jezera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08:30  NP Plitvička jezera: staza uz Donja jezera, vožnja brodom po Kozjaku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13:30  Ručak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15:00  Smiljan: Memorijalni centar Nikola Tesla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16:30  Polazak prema školi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Cijena uključuje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Prijevoz turističkim autobusom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Smještaj u hotelu, polupansion i ručkovi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Ulaznice za NP i muzeje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Vodiči prema programu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nesretnog slučaja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Voditelj putovanja i koordinator 0–24 h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Gratis za pratitelje prema ugovoru sa školom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Sigurnost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Prijevoznici registrirani za prijevoz putnika, turistički autobusi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Smještaj provjeren za školske grupe; noćni nadzor dogovoren sa školom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Alergije i posebnu prehranu usklađujemo prije polaska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nesretnog slučaja u cijeni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Koordinator 0–24 h: +385 95 881 7779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Cijena i plaćanje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[… € po učeniku] za [broj] učenika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Plaćanje jednokratno, karticama ili u ratama: [plan rata]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Gratis za pratitelje prema ugovoru sa školom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Osiguranje od otkaza putovanja je izborno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03A6E"/>
                </a:solidFill>
              </a:rPr>
              <a:t>Pitanja?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info@terrapomalo.hr · +385 95 881 7779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081F3D"/>
                </a:solidFill>
              </a:rPr>
              <a:t>• Odgovore za roditelje i Opće uvjete pogledajte na našoj stranici [adresa stranice]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D07410"/>
                </a:solidFill>
              </a:rPr>
              <a:t>Veliki odmor · TERRA POMALO d.o.o. · ID kod HR-AB-15-110168155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