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Zagrebačke priče – jednodnevni izlet</a:t>
            </a:r>
          </a:p>
          <a:p>
            <a:r>
              <a:rPr sz="1800">
                <a:solidFill>
                  <a:srgbClr val="556070"/>
                </a:solidFill>
              </a:rPr>
              <a:t>Zagreb · Gornji grad, Kaptol, Tehnički muzej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Glavni grad kroz priče, legende i znanost: od Kamenitih vrata i Markova trga do planetarija i rudnika u Tehničkom muzeju.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Trajanje: 1 dan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Povezanost s predmetima: Priroda i društvo, Povijest, Hrvatski jezik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Program</a:t>
            </a:r>
          </a:p>
          <a:p>
            <a:r>
              <a:rPr sz="1800">
                <a:solidFill>
                  <a:srgbClr val="556070"/>
                </a:solidFill>
              </a:rPr>
              <a:t>Zagrebačke priče – jednodnevni izlet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07:00  Polazak ispred škole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09:30  Dolazak u Zagreb, Trg bana Jelačića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10:00  Razgled uz licenciranog vodiča: Dolac, Kaptol i katedrala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11:00  Vožnja uspinjačom, Kamenita vrata, Markov trg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12:30  Ručak u restoranu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14:00  Tehnički muzej Nikola Tesla: rudnik i planetarij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16:30  Slobodno vrijeme uz pratitelje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uključuje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 turističkim autobusom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Licencirani turistički vodič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Ulaznice i karte za uspinjaču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Sigurnost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Prijevoznici registrirani za prijevoz putnika, turistički autobusi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provjeren za školske grupe; noćni nadzor dogovoren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Alergije i posebnu prehranu usklađujemo prije polaska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 u cijeni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Koordinator 0–24 h: +385 95 881 7779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i plaćanje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[… € po učeniku] za [broj] učenika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Plaćanje jednokratno, karticama ili u ratama: [plan rata]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otkaza putovanja je izborno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Pitanja?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info@terrapomalo.hr · +385 95 881 7779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Odgovore za roditelje i Opće uvjete pogledajte na našoj stranici [adresa stranice]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