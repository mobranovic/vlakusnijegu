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Ekskurzija Istra &amp; Brijuni</a:t>
            </a:r>
          </a:p>
          <a:p>
            <a:r>
              <a:rPr sz="1800">
                <a:solidFill>
                  <a:srgbClr val="556070"/>
                </a:solidFill>
              </a:rPr>
              <a:t>Istra · Pula, Brijuni, Rovinj, Motovun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Rimska Pula, otočje Brijuni sa safari parkom i tragovima dinosaura te istarski gradići na brežuljcima.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Trajanje: 3 dana / 2 noći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Povezanost s predmetima: Povijest, Geografija, Biologija, Likovna umjetnost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1. dan</a:t>
            </a:r>
          </a:p>
          <a:p>
            <a:r>
              <a:rPr sz="1800">
                <a:solidFill>
                  <a:srgbClr val="556070"/>
                </a:solidFill>
              </a:rPr>
              <a:t>Ekskurzija Istra &amp; Brijuni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06:30  Polazak ispred škole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11:30  Pula: Arena, Augustov hram, Slavoluk Sergijevaca uz vodiča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14:00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16:00  Smještaj u hotel, večera i večernji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2. dan</a:t>
            </a:r>
          </a:p>
          <a:p>
            <a:r>
              <a:rPr sz="1800">
                <a:solidFill>
                  <a:srgbClr val="556070"/>
                </a:solidFill>
              </a:rPr>
              <a:t>Ekskurzija Istra &amp; Brijuni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08:30  Fažana, brod za NP Brijuni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09:30  Obilazak otoka turističkim vlakićem: safari park, arheološki lokaliteti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13:30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16:00  Rovinj: stari grad i crkva sv. Eufemije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19:30  Večera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3. dan</a:t>
            </a:r>
          </a:p>
          <a:p>
            <a:r>
              <a:rPr sz="1800">
                <a:solidFill>
                  <a:srgbClr val="556070"/>
                </a:solidFill>
              </a:rPr>
              <a:t>Ekskurzija Istra &amp; Brijuni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09:00  Motovun i dolina Mirne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12:00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13:30  Polazak prema školi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18:00  Okvirni povratak ispred škole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uključuje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 turističkim autobusom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u hotelu, polupansion i ručkovi prema programu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Licencirani vodiči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Ulaznica i brod za NP Brijuni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Voditelj putovanja i koordinator 0–24 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Sigurnost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Prijevoznici registrirani za prijevoz putnika, turistički autobusi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provjeren za školske grupe; noćni nadzor dogovoren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Alergije i posebnu prehranu usklađujemo prije polaska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 u cijeni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Koordinator 0–24 h: +385 95 881 7779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i plaćanje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[… € po učeniku] za [broj] učenika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Plaćanje jednokratno, karticama ili u ratama: [plan rata]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otkaza putovanja je izborno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Pitanja?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info@terrapomalo.hr · +385 95 881 7779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Odgovore za roditelje i Opće uvjete pogledajte na našoj stranici [adresa stranice]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