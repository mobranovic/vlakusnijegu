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Škola u prirodi – Gorski kotar</a:t>
            </a:r>
          </a:p>
          <a:p>
            <a:r>
              <a:rPr sz="1800">
                <a:solidFill>
                  <a:srgbClr val="556070"/>
                </a:solidFill>
              </a:rPr>
              <a:t>Gorski kotar · Delnice, Fužine, Risnjak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Pet dana u srcu Gorskog kotara: šuma, izvori, životinje i život u planinskom kraju. Program prati nastavu prirode i društva za 3. i 4. razred.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Trajanje: 5 dana / 4 noći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Povezanost s predmetima: Priroda i društvo, Tjelesna i zdravstvena kultura, Likovna kultura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1. dan</a:t>
            </a:r>
          </a:p>
          <a:p>
            <a:r>
              <a:rPr sz="1800">
                <a:solidFill>
                  <a:srgbClr val="556070"/>
                </a:solidFill>
              </a:rPr>
              <a:t>Škola u prirodi – Gorski kotar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07:30  Polazak ispred škole, kraći odmor tijekom vožnje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11:00  Dolazak u Delnice, smještaj i upoznavanje s pravilima boravka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13:00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15:00  Šetnja Delnicama: orijentacija i čitanje karte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19:00  Večera i društvene igre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2. dan</a:t>
            </a:r>
          </a:p>
          <a:p>
            <a:r>
              <a:rPr sz="1800">
                <a:solidFill>
                  <a:srgbClr val="556070"/>
                </a:solidFill>
              </a:rPr>
              <a:t>Škola u prirodi – Gorski kotar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NP Risnjak – poučna staza Leska uz vodiča parka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13:00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15:30  Radionica: tragovi životinja i biljke planinske šume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20:00  Večernji kviz znanja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3. dan</a:t>
            </a:r>
          </a:p>
          <a:p>
            <a:r>
              <a:rPr sz="1800">
                <a:solidFill>
                  <a:srgbClr val="556070"/>
                </a:solidFill>
              </a:rPr>
              <a:t>Škola u prirodi – Gorski kotar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Izvor Kupe i selo Razloge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13:00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15:00  Sportsko popodne: štafetne igre i orijentacijsko trčanje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4. dan</a:t>
            </a:r>
          </a:p>
          <a:p>
            <a:r>
              <a:rPr sz="1800">
                <a:solidFill>
                  <a:srgbClr val="556070"/>
                </a:solidFill>
              </a:rPr>
              <a:t>Škola u prirodi – Gorski kotar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Fužine: jezero Bajer i špilja Vrelo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13:00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16:00  Likovna radionica od prirodnih materijala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20:00  Oproštajna večer s podjelom priznanja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5. dan</a:t>
            </a:r>
          </a:p>
          <a:p>
            <a:r>
              <a:rPr sz="1800">
                <a:solidFill>
                  <a:srgbClr val="556070"/>
                </a:solidFill>
              </a:rPr>
              <a:t>Škola u prirodi – Gorski kotar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Pakiranje i izrada zajedničkog plakata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12:00  Ručak i polazak prema školi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16:00  Okvirni povratak ispred škole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uključuje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 turističkim autobusom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u domu ili hostelu, puni pansion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Animatori i voditelji radionica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Ulaznice prema programu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Voditelj putovanja i koordinator 0–24 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Sigurnost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Prijevoznici registrirani za prijevoz putnika, turistički autobusi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provjeren za školske grupe; noćni nadzor dogovoren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Alergije i posebnu prehranu usklađujemo prije polaska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 u cijeni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Koordinator 0–24 h: +385 95 881 7779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i plaćanje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[… € po učeniku] za [broj] učenika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Plaćanje jednokratno, karticama ili u ratama: [plan rata]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otkaza putovanja je izborno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Pitanja?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info@terrapomalo.hr · +385 95 881 7779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Odgovore za roditelje i Opće uvjete pogledajte na našoj stranici [adresa stranice]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