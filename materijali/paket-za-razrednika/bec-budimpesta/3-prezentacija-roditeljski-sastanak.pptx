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Beč &amp; Budimpešta za srednje škole</a:t>
            </a:r>
          </a:p>
          <a:p>
            <a:r>
              <a:rPr sz="1800">
                <a:solidFill>
                  <a:srgbClr val="556070"/>
                </a:solidFill>
              </a:rPr>
              <a:t>Austrija i Mađarska · Beč, Schönbrunn, Budimpešta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Dvije srednjoeuropske prijestolnice na Dunavu: carski Beč, muzeji svjetske razine i Budimpešta s večernjom vožnjom brodom.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Trajanje: 4 dana / 3 noći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Povezanost s predmetima: Povijest, Geografija, Njemački jezik, Likovna umjetnost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1. dan</a:t>
            </a:r>
          </a:p>
          <a:p>
            <a:r>
              <a:rPr sz="1800">
                <a:solidFill>
                  <a:srgbClr val="556070"/>
                </a:solidFill>
              </a:rPr>
              <a:t>Beč &amp; Budimpešta za srednje škole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05:30  Polazak ispred škole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11:30  Beč: Ringstrasse, Hofburg, katedrala sv. Stjepana uz vodiča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15:00  Prirodoslovni muzej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19:00  Smještaj u hotel i večera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2. dan</a:t>
            </a:r>
          </a:p>
          <a:p>
            <a:r>
              <a:rPr sz="1800">
                <a:solidFill>
                  <a:srgbClr val="556070"/>
                </a:solidFill>
              </a:rPr>
              <a:t>Beč &amp; Budimpešta za srednje škole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Dvorac Schönbrunn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13:00  Prater i slobodno vrijeme uz pratitelje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17:00  Vožnja prema Budimpešti, smještaj i večera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3. dan</a:t>
            </a:r>
          </a:p>
          <a:p>
            <a:r>
              <a:rPr sz="1800">
                <a:solidFill>
                  <a:srgbClr val="556070"/>
                </a:solidFill>
              </a:rPr>
              <a:t>Beč &amp; Budimpešta za srednje škole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Budimpešta: Budimska tvrđava, Ribarska utvrda, Trg heroja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15:00  Posjet Parlamentu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20:00  Večernja vožnja brodom po Dunavu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4. dan</a:t>
            </a:r>
          </a:p>
          <a:p>
            <a:r>
              <a:rPr sz="1800">
                <a:solidFill>
                  <a:srgbClr val="556070"/>
                </a:solidFill>
              </a:rPr>
              <a:t>Beč &amp; Budimpešta za srednje škole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Središnja tržnica i bazilika sv. Stjepana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12:00  Polazak prema Hrvatskoj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19:00  Okvirni povratak ispred škole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uključuje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 turističkim autobusom s dva vozača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u hotelima, polupansion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Licencirani lokalni vodiči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Ulaznice prema programu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Putno zdravstveno osiguranje i osiguranje od nesretnog slučaja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Voditelj putovanja i koordinator 0–24 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Sigurnost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Prijevoznici registrirani za prijevoz putnika, turistički autobusi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provjeren za školske grupe; noćni nadzor dogovoren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Alergije i posebnu prehranu usklađujemo prije polaska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 u cijeni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Koordinator 0–24 h: +385 95 881 7779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i plaćanje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[… € po učeniku] za [broj] učenika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Plaćanje jednokratno, karticama ili u ratama: [plan rata]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otkaza putovanja je izborno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Pitanja?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info@terrapomalo.hr · +385 95 881 7779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Odgovore za roditelje i Opće uvjete pogledajte na našoj stranici [adresa stranice]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